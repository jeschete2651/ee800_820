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94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FB724-FE49-90A1-1BE2-B8E6F1BFCB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35460E-7DA2-D5D4-5E77-524CED1842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2B04A-E214-A5B0-AB58-7DE375BB0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52904-6308-4623-B4E4-DDD8CC73D05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25B14-2D34-91E4-D8CC-52ED4C97D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5CB08-4C87-6986-4289-D457F0E7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060A-6ADC-4837-96E9-FE94DCC25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606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3FF68-11CE-EA4E-9399-4769B12B6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2AB06-21B6-B779-498C-2A6BF9B1D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A59F9-9B5D-7DE0-065B-D52C5B14E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52904-6308-4623-B4E4-DDD8CC73D05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24E44-2082-FFB4-8AA6-C890D8DD0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14D30-AEB4-D379-5317-7A621E657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060A-6ADC-4837-96E9-FE94DCC25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16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4D046-0348-396D-75A7-DD70F6DE4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A91FE-77F7-CEAE-6A36-A1B691BBA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77701-E8B7-1544-141D-A6719DC4D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52904-6308-4623-B4E4-DDD8CC73D05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C271E-BC3F-5724-EA16-17C1BF088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BC040-10A2-015F-68E1-CEADA35D8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060A-6ADC-4837-96E9-FE94DCC25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642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B03FF-F446-8D50-6216-B2A905523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19862-2D1E-A809-2E2E-97A1042CB8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C36AB6-FC8D-AAFF-C373-DE5461960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FAB4C1-2A30-ED81-4449-BB05BD0A0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52904-6308-4623-B4E4-DDD8CC73D05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8DA531-216C-C7B6-DAB7-278DF48E6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94D64A-D8E0-D693-95BB-8FAFD4880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060A-6ADC-4837-96E9-FE94DCC25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196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97780-5FD2-D73A-6A45-B6304C268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FF1842-7AA9-B4A0-03F6-393F82727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CA4BBD-1611-1A9B-0E0A-637AA48AA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6B8FA1-ECCC-ADFF-A121-118FADDC81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E23CD9-C658-DC7D-6BFE-C82D0B1C53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913B0-F7CC-C65B-B5A5-56ABBDD56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52904-6308-4623-B4E4-DDD8CC73D05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D3E271-9758-5081-0166-9266E80D0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DC97D2-66FB-27C1-62E7-7B6500919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060A-6ADC-4837-96E9-FE94DCC25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94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DB113-236E-3E48-86D6-F1C7B4AA4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63C6CE-9C7D-3420-B963-B5E2C7A69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52904-6308-4623-B4E4-DDD8CC73D05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C41FE1-EB14-9CB3-42C8-2F0575F18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A6CEB2-B03A-DB89-2EF1-755A39B28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060A-6ADC-4837-96E9-FE94DCC25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28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9ABB9F-8DE1-3F07-77AB-555809B79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52904-6308-4623-B4E4-DDD8CC73D05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BECC59-9735-A34C-3648-90B1F8302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BA52E-E331-C1EF-A121-3A7399D90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060A-6ADC-4837-96E9-FE94DCC25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959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B6B9D-1184-48F8-2165-89B4AFBEC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441E3-3049-0D19-CC04-A1D9C1BC2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DE4366-B0B1-99C0-72F9-D50D1217A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4BAB5-4E6F-B780-BC2C-DEA3A59A0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52904-6308-4623-B4E4-DDD8CC73D05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4735F-3EBE-A6FD-C30C-0560CA92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BB5FB-3A8C-9634-BB07-6A51C369A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060A-6ADC-4837-96E9-FE94DCC25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873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442E6-75A0-BF77-EE5A-AAA57BECA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E12418-04C1-833C-3C0B-D539092295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405C6B-1268-A0DD-FCC7-A156C9F0B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4DD8B-4FD7-6C53-B0A6-53586D443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52904-6308-4623-B4E4-DDD8CC73D05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02AA27-AF1C-05E6-4B06-44ED04A86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3F3679-1F73-E752-E81B-F8E9E2E8F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060A-6ADC-4837-96E9-FE94DCC25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756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3756A-B80D-439F-6B75-1503E0407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C2E59-C1C5-378D-E050-A71898783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5754A-F33B-D1B6-B6B6-CFB9619B8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52904-6308-4623-B4E4-DDD8CC73D05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FCD5B-73CE-377C-D54A-A6917B9D8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ACD95-0960-B580-B1B5-E7EFA40A5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060A-6ADC-4837-96E9-FE94DCC25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465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761305-69FC-66BA-13FA-511304BBA8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B02FCA-2523-C6F4-E964-5B34E658B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A898E-C361-33F8-C865-903E047E0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52904-6308-4623-B4E4-DDD8CC73D05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D577A-1782-889D-8455-BF6DFB66A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7D0E7-E8C1-DBD5-D59C-E6E96C062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060A-6ADC-4837-96E9-FE94DCC25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191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2EB998-B299-F84A-099B-642752C5B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5C61D0-1A86-03FF-3946-256549DD2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78AC9-BB4B-3AF9-A9F3-F730758864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552904-6308-4623-B4E4-DDD8CC73D05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358D6-8C2B-EDCA-5C88-7E54D6E70D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B57CD-CD18-FA46-667D-2B56C51BA5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4A060A-6ADC-4837-96E9-FE94DCC25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899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B3156E9E-E758-4850-8335-EECB3A2EC4E9}"/>
              </a:ext>
            </a:extLst>
          </p:cNvPr>
          <p:cNvSpPr/>
          <p:nvPr/>
        </p:nvSpPr>
        <p:spPr>
          <a:xfrm>
            <a:off x="571500" y="719418"/>
            <a:ext cx="1405218" cy="6925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D122C7-E5F7-0E8E-272F-E3C208D8FF67}"/>
              </a:ext>
            </a:extLst>
          </p:cNvPr>
          <p:cNvSpPr txBox="1"/>
          <p:nvPr/>
        </p:nvSpPr>
        <p:spPr>
          <a:xfrm>
            <a:off x="463923" y="805772"/>
            <a:ext cx="1586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DIO0 IRQ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RxDone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F5B1B33-69E9-CBC4-28A1-370046E4E802}"/>
              </a:ext>
            </a:extLst>
          </p:cNvPr>
          <p:cNvSpPr/>
          <p:nvPr/>
        </p:nvSpPr>
        <p:spPr>
          <a:xfrm>
            <a:off x="3090582" y="719418"/>
            <a:ext cx="1405218" cy="6925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B8F9104-2CBF-760D-9084-80F655F0AE0B}"/>
              </a:ext>
            </a:extLst>
          </p:cNvPr>
          <p:cNvSpPr txBox="1"/>
          <p:nvPr/>
        </p:nvSpPr>
        <p:spPr>
          <a:xfrm>
            <a:off x="3018866" y="767780"/>
            <a:ext cx="15867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FIFO + Registers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19D163B-5C51-E08C-F289-F151A6745DB1}"/>
              </a:ext>
            </a:extLst>
          </p:cNvPr>
          <p:cNvSpPr/>
          <p:nvPr/>
        </p:nvSpPr>
        <p:spPr>
          <a:xfrm>
            <a:off x="5609664" y="719418"/>
            <a:ext cx="1405218" cy="6925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D8AC45-3D63-947E-3B84-7CAECC5F1E17}"/>
              </a:ext>
            </a:extLst>
          </p:cNvPr>
          <p:cNvSpPr txBox="1"/>
          <p:nvPr/>
        </p:nvSpPr>
        <p:spPr>
          <a:xfrm>
            <a:off x="5518896" y="745688"/>
            <a:ext cx="1586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Timestamp + Metadata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699B3FD-C706-95D2-DCE0-BA2B849B1D8B}"/>
              </a:ext>
            </a:extLst>
          </p:cNvPr>
          <p:cNvSpPr/>
          <p:nvPr/>
        </p:nvSpPr>
        <p:spPr>
          <a:xfrm>
            <a:off x="8128746" y="719418"/>
            <a:ext cx="1405218" cy="6925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B8C59B-33BF-C6B3-41D3-B9071715FA0C}"/>
              </a:ext>
            </a:extLst>
          </p:cNvPr>
          <p:cNvSpPr txBox="1"/>
          <p:nvPr/>
        </p:nvSpPr>
        <p:spPr>
          <a:xfrm>
            <a:off x="8018926" y="735916"/>
            <a:ext cx="1586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Enqueue to Ring Buffer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493C4A7-0B05-73DB-08E2-1A12425DE306}"/>
              </a:ext>
            </a:extLst>
          </p:cNvPr>
          <p:cNvCxnSpPr>
            <a:cxnSpLocks/>
            <a:endCxn id="41" idx="1"/>
          </p:cNvCxnSpPr>
          <p:nvPr/>
        </p:nvCxnSpPr>
        <p:spPr>
          <a:xfrm flipV="1">
            <a:off x="1976718" y="1065680"/>
            <a:ext cx="1113864" cy="34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FF16909-3E7B-BB9B-6876-1A6B29627A28}"/>
              </a:ext>
            </a:extLst>
          </p:cNvPr>
          <p:cNvCxnSpPr>
            <a:cxnSpLocks/>
          </p:cNvCxnSpPr>
          <p:nvPr/>
        </p:nvCxnSpPr>
        <p:spPr>
          <a:xfrm>
            <a:off x="4498041" y="1065679"/>
            <a:ext cx="11116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3293488-9DC8-4890-F106-A58AF7AB83DB}"/>
              </a:ext>
            </a:extLst>
          </p:cNvPr>
          <p:cNvCxnSpPr>
            <a:cxnSpLocks/>
          </p:cNvCxnSpPr>
          <p:nvPr/>
        </p:nvCxnSpPr>
        <p:spPr>
          <a:xfrm>
            <a:off x="7014882" y="1065679"/>
            <a:ext cx="11116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7E858972-0EB1-1C18-5FED-D7D01DEB4644}"/>
              </a:ext>
            </a:extLst>
          </p:cNvPr>
          <p:cNvSpPr/>
          <p:nvPr/>
        </p:nvSpPr>
        <p:spPr>
          <a:xfrm>
            <a:off x="571500" y="2673724"/>
            <a:ext cx="1405218" cy="6925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1C61909-ED83-AE55-52AD-C4F8AC7A25DE}"/>
              </a:ext>
            </a:extLst>
          </p:cNvPr>
          <p:cNvSpPr txBox="1"/>
          <p:nvPr/>
        </p:nvSpPr>
        <p:spPr>
          <a:xfrm>
            <a:off x="463923" y="2713859"/>
            <a:ext cx="1586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Loop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(IDLE)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629C9F3-816D-0F70-DC27-607079C96BAD}"/>
              </a:ext>
            </a:extLst>
          </p:cNvPr>
          <p:cNvSpPr/>
          <p:nvPr/>
        </p:nvSpPr>
        <p:spPr>
          <a:xfrm>
            <a:off x="3090582" y="2673724"/>
            <a:ext cx="1405218" cy="6925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1EDC1C6-F220-28B9-4AE5-C55AB35149A0}"/>
              </a:ext>
            </a:extLst>
          </p:cNvPr>
          <p:cNvSpPr txBox="1"/>
          <p:nvPr/>
        </p:nvSpPr>
        <p:spPr>
          <a:xfrm>
            <a:off x="3050242" y="2733109"/>
            <a:ext cx="1586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Dequeue Packet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796F450-CEC5-1C30-7C95-D6B75B904CFD}"/>
              </a:ext>
            </a:extLst>
          </p:cNvPr>
          <p:cNvSpPr/>
          <p:nvPr/>
        </p:nvSpPr>
        <p:spPr>
          <a:xfrm>
            <a:off x="5609664" y="2673724"/>
            <a:ext cx="1405218" cy="6925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5E2FB49-DF84-DCF7-50D7-58F5272846AB}"/>
              </a:ext>
            </a:extLst>
          </p:cNvPr>
          <p:cNvSpPr txBox="1"/>
          <p:nvPr/>
        </p:nvSpPr>
        <p:spPr>
          <a:xfrm>
            <a:off x="5518895" y="2703417"/>
            <a:ext cx="1586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TX Frame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0538F9A-CF99-7462-6A75-060B0EE81AC1}"/>
              </a:ext>
            </a:extLst>
          </p:cNvPr>
          <p:cNvSpPr/>
          <p:nvPr/>
        </p:nvSpPr>
        <p:spPr>
          <a:xfrm>
            <a:off x="8128746" y="2673724"/>
            <a:ext cx="1405218" cy="6925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4B18035-0C9F-BC31-B511-8CD308D5A475}"/>
              </a:ext>
            </a:extLst>
          </p:cNvPr>
          <p:cNvSpPr txBox="1"/>
          <p:nvPr/>
        </p:nvSpPr>
        <p:spPr>
          <a:xfrm>
            <a:off x="8037978" y="2704749"/>
            <a:ext cx="15867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to FPGA (UART/SPI)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C2F6FFCD-0497-0280-8566-55A93A5B840B}"/>
              </a:ext>
            </a:extLst>
          </p:cNvPr>
          <p:cNvCxnSpPr>
            <a:cxnSpLocks/>
          </p:cNvCxnSpPr>
          <p:nvPr/>
        </p:nvCxnSpPr>
        <p:spPr>
          <a:xfrm>
            <a:off x="4498041" y="3019985"/>
            <a:ext cx="11116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46ECF3E-05DC-71B9-8457-403EAD19A35B}"/>
              </a:ext>
            </a:extLst>
          </p:cNvPr>
          <p:cNvCxnSpPr>
            <a:cxnSpLocks/>
          </p:cNvCxnSpPr>
          <p:nvPr/>
        </p:nvCxnSpPr>
        <p:spPr>
          <a:xfrm>
            <a:off x="7014882" y="3019985"/>
            <a:ext cx="11116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837299EC-B4A8-2E07-CB22-D88E61C28DA5}"/>
              </a:ext>
            </a:extLst>
          </p:cNvPr>
          <p:cNvCxnSpPr>
            <a:cxnSpLocks/>
            <a:stCxn id="45" idx="2"/>
            <a:endCxn id="64" idx="0"/>
          </p:cNvCxnSpPr>
          <p:nvPr/>
        </p:nvCxnSpPr>
        <p:spPr>
          <a:xfrm rot="5400000">
            <a:off x="5681382" y="-476250"/>
            <a:ext cx="1261783" cy="5038164"/>
          </a:xfrm>
          <a:prstGeom prst="bentConnector3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79FECFE5-D10E-BC69-40B9-34BDBC463659}"/>
              </a:ext>
            </a:extLst>
          </p:cNvPr>
          <p:cNvCxnSpPr>
            <a:cxnSpLocks/>
            <a:stCxn id="68" idx="2"/>
            <a:endCxn id="62" idx="2"/>
          </p:cNvCxnSpPr>
          <p:nvPr/>
        </p:nvCxnSpPr>
        <p:spPr>
          <a:xfrm rot="5400000">
            <a:off x="5052732" y="-412376"/>
            <a:ext cx="12700" cy="7557246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FFE44B76-15C7-760F-F5D4-28CA18679763}"/>
              </a:ext>
            </a:extLst>
          </p:cNvPr>
          <p:cNvSpPr txBox="1"/>
          <p:nvPr/>
        </p:nvSpPr>
        <p:spPr>
          <a:xfrm>
            <a:off x="2113990" y="784702"/>
            <a:ext cx="9300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IRQ Fires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1469D05-8604-6C36-7EF0-42E631B708EF}"/>
              </a:ext>
            </a:extLst>
          </p:cNvPr>
          <p:cNvSpPr txBox="1"/>
          <p:nvPr/>
        </p:nvSpPr>
        <p:spPr>
          <a:xfrm>
            <a:off x="5847229" y="1770531"/>
            <a:ext cx="9300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Ring Buffer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AB38442-1BD2-5E0F-C1D2-C65D723BE836}"/>
              </a:ext>
            </a:extLst>
          </p:cNvPr>
          <p:cNvSpPr txBox="1"/>
          <p:nvPr/>
        </p:nvSpPr>
        <p:spPr>
          <a:xfrm>
            <a:off x="1922928" y="2775415"/>
            <a:ext cx="12001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 not Empty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D9A0C98-2957-3905-8A68-B4958852F1D3}"/>
              </a:ext>
            </a:extLst>
          </p:cNvPr>
          <p:cNvSpPr txBox="1"/>
          <p:nvPr/>
        </p:nvSpPr>
        <p:spPr>
          <a:xfrm>
            <a:off x="4495800" y="3595504"/>
            <a:ext cx="12001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to Idle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EF28E51-9530-C377-78C2-666848F08D2B}"/>
              </a:ext>
            </a:extLst>
          </p:cNvPr>
          <p:cNvSpPr txBox="1"/>
          <p:nvPr/>
        </p:nvSpPr>
        <p:spPr>
          <a:xfrm>
            <a:off x="963704" y="2315101"/>
            <a:ext cx="1918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Loop Context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7B00924-3623-EA33-2804-A1E909C910E1}"/>
              </a:ext>
            </a:extLst>
          </p:cNvPr>
          <p:cNvSpPr txBox="1"/>
          <p:nvPr/>
        </p:nvSpPr>
        <p:spPr>
          <a:xfrm>
            <a:off x="963703" y="327975"/>
            <a:ext cx="1918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Interrupt Context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60E6DE3-C5BA-7283-F812-F54F917AE69A}"/>
              </a:ext>
            </a:extLst>
          </p:cNvPr>
          <p:cNvCxnSpPr>
            <a:cxnSpLocks/>
          </p:cNvCxnSpPr>
          <p:nvPr/>
        </p:nvCxnSpPr>
        <p:spPr>
          <a:xfrm flipV="1">
            <a:off x="1976718" y="3073755"/>
            <a:ext cx="1113864" cy="34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166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F04F3AB-1118-A9EF-4335-A1372816ECB0}"/>
              </a:ext>
            </a:extLst>
          </p:cNvPr>
          <p:cNvSpPr/>
          <p:nvPr/>
        </p:nvSpPr>
        <p:spPr>
          <a:xfrm>
            <a:off x="422462" y="584946"/>
            <a:ext cx="1703294" cy="3281083"/>
          </a:xfrm>
          <a:prstGeom prst="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7588DE-3B49-F4CA-65C5-827E57526850}"/>
              </a:ext>
            </a:extLst>
          </p:cNvPr>
          <p:cNvSpPr/>
          <p:nvPr/>
        </p:nvSpPr>
        <p:spPr>
          <a:xfrm>
            <a:off x="571500" y="719418"/>
            <a:ext cx="1405218" cy="6925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848D1E-067E-F5D8-12F5-0551B5E23FC0}"/>
              </a:ext>
            </a:extLst>
          </p:cNvPr>
          <p:cNvSpPr txBox="1"/>
          <p:nvPr/>
        </p:nvSpPr>
        <p:spPr>
          <a:xfrm>
            <a:off x="719418" y="813547"/>
            <a:ext cx="10656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Nucleo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RF Module</a:t>
            </a:r>
          </a:p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(Beacon 1)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F9B188-908E-AF84-A13A-767BA24DAD17}"/>
              </a:ext>
            </a:extLst>
          </p:cNvPr>
          <p:cNvSpPr/>
          <p:nvPr/>
        </p:nvSpPr>
        <p:spPr>
          <a:xfrm>
            <a:off x="571500" y="1893795"/>
            <a:ext cx="1405218" cy="6925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DF87B5-D0D4-6272-A3B6-D8D1177724F4}"/>
              </a:ext>
            </a:extLst>
          </p:cNvPr>
          <p:cNvSpPr/>
          <p:nvPr/>
        </p:nvSpPr>
        <p:spPr>
          <a:xfrm>
            <a:off x="571500" y="3010022"/>
            <a:ext cx="1405218" cy="6925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777829-303D-6E6D-EE25-AC20ECE928CA}"/>
              </a:ext>
            </a:extLst>
          </p:cNvPr>
          <p:cNvSpPr/>
          <p:nvPr/>
        </p:nvSpPr>
        <p:spPr>
          <a:xfrm>
            <a:off x="3130923" y="1893795"/>
            <a:ext cx="1405218" cy="6925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E81B0B-291A-90A8-85D3-92A851A2CEEF}"/>
              </a:ext>
            </a:extLst>
          </p:cNvPr>
          <p:cNvSpPr txBox="1"/>
          <p:nvPr/>
        </p:nvSpPr>
        <p:spPr>
          <a:xfrm>
            <a:off x="3023346" y="1925417"/>
            <a:ext cx="1586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Nucleo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RF Module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(Receiver)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A7258D-DEE4-506E-1542-48ED51C4C0D6}"/>
              </a:ext>
            </a:extLst>
          </p:cNvPr>
          <p:cNvSpPr/>
          <p:nvPr/>
        </p:nvSpPr>
        <p:spPr>
          <a:xfrm>
            <a:off x="5722843" y="1879225"/>
            <a:ext cx="1405218" cy="6925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FBACE7-CA69-188C-1F0B-B10B555CF3F4}"/>
              </a:ext>
            </a:extLst>
          </p:cNvPr>
          <p:cNvSpPr txBox="1"/>
          <p:nvPr/>
        </p:nvSpPr>
        <p:spPr>
          <a:xfrm>
            <a:off x="5632075" y="1902320"/>
            <a:ext cx="1586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Nexys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A7-100T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(Frame Ingestion)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3C32CE-583D-A9C6-F0A7-F34E11B80FDB}"/>
              </a:ext>
            </a:extLst>
          </p:cNvPr>
          <p:cNvSpPr/>
          <p:nvPr/>
        </p:nvSpPr>
        <p:spPr>
          <a:xfrm>
            <a:off x="8314763" y="1893795"/>
            <a:ext cx="1405218" cy="69252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AD58B8-CF2C-E32A-02E9-435738A58450}"/>
              </a:ext>
            </a:extLst>
          </p:cNvPr>
          <p:cNvSpPr txBox="1"/>
          <p:nvPr/>
        </p:nvSpPr>
        <p:spPr>
          <a:xfrm>
            <a:off x="8223995" y="1994652"/>
            <a:ext cx="1586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Pipeline</a:t>
            </a:r>
          </a:p>
          <a:p>
            <a:pPr algn="ctr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(Module 3)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9D31504-683D-C705-15CF-140ABB754C4C}"/>
              </a:ext>
            </a:extLst>
          </p:cNvPr>
          <p:cNvCxnSpPr>
            <a:cxnSpLocks/>
          </p:cNvCxnSpPr>
          <p:nvPr/>
        </p:nvCxnSpPr>
        <p:spPr>
          <a:xfrm>
            <a:off x="1947583" y="2201370"/>
            <a:ext cx="11833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CA75E41-E95A-9B46-2146-C0933F06FDB4}"/>
              </a:ext>
            </a:extLst>
          </p:cNvPr>
          <p:cNvCxnSpPr>
            <a:cxnSpLocks/>
          </p:cNvCxnSpPr>
          <p:nvPr/>
        </p:nvCxnSpPr>
        <p:spPr>
          <a:xfrm>
            <a:off x="4536141" y="2188458"/>
            <a:ext cx="11833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89A1643-5E71-4B72-8F86-DA52FF539968}"/>
              </a:ext>
            </a:extLst>
          </p:cNvPr>
          <p:cNvCxnSpPr>
            <a:cxnSpLocks/>
          </p:cNvCxnSpPr>
          <p:nvPr/>
        </p:nvCxnSpPr>
        <p:spPr>
          <a:xfrm>
            <a:off x="7128061" y="2201370"/>
            <a:ext cx="118334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183D55AC-7423-123C-6CB0-F94ABF9487C8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1976718" y="1065680"/>
            <a:ext cx="531157" cy="1122778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66A037AD-04BC-84BD-D3B3-5F5469009D97}"/>
              </a:ext>
            </a:extLst>
          </p:cNvPr>
          <p:cNvCxnSpPr>
            <a:stCxn id="8" idx="3"/>
          </p:cNvCxnSpPr>
          <p:nvPr/>
        </p:nvCxnSpPr>
        <p:spPr>
          <a:xfrm flipV="1">
            <a:off x="1976718" y="2201370"/>
            <a:ext cx="531157" cy="1154914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AD46BEC-31BB-3DC5-7408-8A19EC94B9B8}"/>
              </a:ext>
            </a:extLst>
          </p:cNvPr>
          <p:cNvSpPr txBox="1"/>
          <p:nvPr/>
        </p:nvSpPr>
        <p:spPr>
          <a:xfrm>
            <a:off x="718299" y="1939974"/>
            <a:ext cx="10656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Nucleo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RF Module</a:t>
            </a:r>
          </a:p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(Beacon 2)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08BC77-F830-1E31-2F62-5B6925AEA90B}"/>
              </a:ext>
            </a:extLst>
          </p:cNvPr>
          <p:cNvSpPr txBox="1"/>
          <p:nvPr/>
        </p:nvSpPr>
        <p:spPr>
          <a:xfrm>
            <a:off x="718299" y="3056201"/>
            <a:ext cx="10656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Nucleo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RF Module</a:t>
            </a:r>
          </a:p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(Beacon N)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2803BC-8992-7472-A597-66288E06731A}"/>
              </a:ext>
            </a:extLst>
          </p:cNvPr>
          <p:cNvSpPr txBox="1"/>
          <p:nvPr/>
        </p:nvSpPr>
        <p:spPr>
          <a:xfrm>
            <a:off x="7218828" y="1939974"/>
            <a:ext cx="914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(Module 2+)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0C28C5-4369-FA14-EEF7-86F948CB9F80}"/>
              </a:ext>
            </a:extLst>
          </p:cNvPr>
          <p:cNvSpPr txBox="1"/>
          <p:nvPr/>
        </p:nvSpPr>
        <p:spPr>
          <a:xfrm>
            <a:off x="4662767" y="1939760"/>
            <a:ext cx="914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UART / SPI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FFB195-6D92-A068-E543-9522E80D70A9}"/>
              </a:ext>
            </a:extLst>
          </p:cNvPr>
          <p:cNvSpPr txBox="1"/>
          <p:nvPr/>
        </p:nvSpPr>
        <p:spPr>
          <a:xfrm>
            <a:off x="2466976" y="1985925"/>
            <a:ext cx="9838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915 MHz RF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83A6C3-AAD6-FD62-FF78-ADDE4035C6D1}"/>
              </a:ext>
            </a:extLst>
          </p:cNvPr>
          <p:cNvSpPr txBox="1"/>
          <p:nvPr/>
        </p:nvSpPr>
        <p:spPr>
          <a:xfrm>
            <a:off x="793937" y="321566"/>
            <a:ext cx="10656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Beacon Array</a:t>
            </a:r>
          </a:p>
        </p:txBody>
      </p:sp>
    </p:spTree>
    <p:extLst>
      <p:ext uri="{BB962C8B-B14F-4D97-AF65-F5344CB8AC3E}">
        <p14:creationId xmlns:p14="http://schemas.microsoft.com/office/powerpoint/2010/main" val="911180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de9faa6-9fe1-49b3-9a08-227a296b54a6}" enabled="1" method="Privileged" siteId="{66d73691-ea97-48b1-95d5-e94f0a46b87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110</Words>
  <Application>Microsoft Office PowerPoint</Application>
  <PresentationFormat>Widescreen</PresentationFormat>
  <Paragraphs>34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>Booz Allen Hamilton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Eschete, Jude [USA]</dc:creator>
  <cp:lastModifiedBy>Eschete, Jude [USA]</cp:lastModifiedBy>
  <cp:revision>1</cp:revision>
  <dcterms:created xsi:type="dcterms:W3CDTF">2026-04-13T17:25:48Z</dcterms:created>
  <dcterms:modified xsi:type="dcterms:W3CDTF">2026-04-13T18:14:12Z</dcterms:modified>
</cp:coreProperties>
</file>